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3.xml" ContentType="application/vnd.openxmlformats-officedocument.theme+xml"/>
  <Override PartName="/ppt/theme/theme6.xml" ContentType="application/vnd.openxmlformats-officedocument.theme+xml"/>
  <Override PartName="/ppt/theme/theme18.xml" ContentType="application/vnd.openxmlformats-officedocument.theme+xml"/>
  <Override PartName="/ppt/theme/theme2.xml" ContentType="application/vnd.openxmlformats-officedocument.theme+xml"/>
  <Override PartName="/ppt/theme/theme14.xml" ContentType="application/vnd.openxmlformats-officedocument.theme+xml"/>
  <Override PartName="/ppt/theme/theme7.xml" ContentType="application/vnd.openxmlformats-officedocument.theme+xml"/>
  <Override PartName="/ppt/theme/theme19.xml" ContentType="application/vnd.openxmlformats-officedocument.theme+xml"/>
  <Override PartName="/ppt/theme/theme3.xml" ContentType="application/vnd.openxmlformats-officedocument.theme+xml"/>
  <Override PartName="/ppt/theme/theme10.xml" ContentType="application/vnd.openxmlformats-officedocument.theme+xml"/>
  <Override PartName="/ppt/theme/theme8.xml" ContentType="application/vnd.openxmlformats-officedocument.theme+xml"/>
  <Override PartName="/ppt/theme/theme15.xml" ContentType="application/vnd.openxmlformats-officedocument.theme+xml"/>
  <Override PartName="/ppt/theme/theme4.xml" ContentType="application/vnd.openxmlformats-officedocument.theme+xml"/>
  <Override PartName="/ppt/theme/theme11.xml" ContentType="application/vnd.openxmlformats-officedocument.theme+xml"/>
  <Override PartName="/ppt/theme/theme16.xml" ContentType="application/vnd.openxmlformats-officedocument.theme+xml"/>
  <Override PartName="/ppt/theme/theme9.xml" ContentType="application/vnd.openxmlformats-officedocument.theme+xml"/>
  <Override PartName="/ppt/theme/theme5.xml" ContentType="application/vnd.openxmlformats-officedocument.theme+xml"/>
  <Override PartName="/ppt/theme/theme12.xml" ContentType="application/vnd.openxmlformats-officedocument.theme+xml"/>
  <Override PartName="/ppt/theme/theme17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slideMasters/_rels/slideMaster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18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3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91" r:id="rId19"/>
    <p:sldMasterId id="2147483693" r:id="rId20"/>
    <p:sldMasterId id="2147483695" r:id="rId21"/>
    <p:sldMasterId id="2147483697" r:id="rId22"/>
    <p:sldMasterId id="2147483699" r:id="rId23"/>
    <p:sldMasterId id="2147483701" r:id="rId24"/>
    <p:sldMasterId id="2147483703" r:id="rId25"/>
  </p:sldMasterIdLst>
  <p:sldIdLst>
    <p:sldId id="256" r:id="rId26"/>
    <p:sldId id="257" r:id="rId27"/>
    <p:sldId id="258" r:id="rId28"/>
    <p:sldId id="259" r:id="rId29"/>
    <p:sldId id="260" r:id="rId30"/>
    <p:sldId id="261" r:id="rId3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565929-7DD2-4AE2-804A-3740E91962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B75423F-9D6F-4CFF-9AC9-A353892989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D3D06A3-20CC-4567-8009-CA799F96D4D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AC5501D-805C-4E6D-95C2-306A5CC6C7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F93AA8A-840F-41DF-B9CB-15ED7DAB5F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EC18C62-76AA-4970-8BB2-D9BE7EE75C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B973EAE-68C5-471D-A413-C6F508BCF8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B979D70-41DA-4714-A1FE-F08E466474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7BE2781-2A8D-4E26-9E83-D190E3C02A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D39419B-7712-4D33-A0B2-96B5263735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4B662F06-1E13-41C1-9331-EDC8EA9DF1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C360DECF-FE3A-4148-8AD5-A277C8F1FF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3568B560-3842-460E-855A-BC557EBCF2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15E5F890-825F-441A-9C93-7A71DE6543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013CC2DA-FB4C-4DBD-B90D-F719839067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0CA3D2D2-9340-4F07-8D3E-6BE70FFE63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892739D2-9A88-43AC-9A3B-B6F742CC46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623E237-7C26-472C-9177-99105C6C04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4668F730-B5DF-4A38-83BF-34A6CFA6B26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81561743-D11C-43ED-A5EB-A60C470C8D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5820E42-6DFA-4C2B-8AA6-604AD7AB1D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835B5DF7-0919-4D2E-9081-8A3356F285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898DB17-93E3-4BA7-8FAC-147466670B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387673F1-6ACA-47EB-AFB9-CACAB6BA6F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82A3CD1D-8643-494D-8F4C-BF2B16CFF9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B9278313-8512-4F33-938C-D9C4CCFEA9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7D214CFB-046B-433A-A578-7CD69CAC17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EB1180D8-71BE-4CCD-A007-295FD92582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03107C96-AE47-4990-AF3C-5C7662DCD9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F2E2DDCA-799E-4BEB-A07A-98822E085D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9823AFCC-6EAA-4641-8E13-8CD3484F2F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90A5515C-DB9C-459C-911E-ECC7506C2C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E1713F48-7853-4F81-9A19-97F24B027F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27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8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9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30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31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32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3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ttangolo 6" hidden="1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Rettangolo 20" hidden="1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" name="Rettangolo 51"/>
          <p:cNvSpPr/>
          <p:nvPr/>
        </p:nvSpPr>
        <p:spPr>
          <a:xfrm flipH="1">
            <a:off x="-6480" y="0"/>
            <a:ext cx="1218600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Rettangolo 52"/>
          <p:cNvSpPr/>
          <p:nvPr/>
        </p:nvSpPr>
        <p:spPr>
          <a:xfrm>
            <a:off x="0" y="825840"/>
            <a:ext cx="6789960" cy="258804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Rettangolo 55"/>
          <p:cNvSpPr/>
          <p:nvPr/>
        </p:nvSpPr>
        <p:spPr>
          <a:xfrm>
            <a:off x="0" y="889560"/>
            <a:ext cx="1064520" cy="246024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Rettangolo 56"/>
          <p:cNvSpPr/>
          <p:nvPr/>
        </p:nvSpPr>
        <p:spPr>
          <a:xfrm rot="5400000">
            <a:off x="-235908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Rettangolo 58"/>
          <p:cNvSpPr/>
          <p:nvPr/>
        </p:nvSpPr>
        <p:spPr>
          <a:xfrm rot="5400000">
            <a:off x="339876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1"/>
          </p:nvPr>
        </p:nvSpPr>
        <p:spPr>
          <a:xfrm>
            <a:off x="1635120" y="6309360"/>
            <a:ext cx="47912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404040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2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47CA5E-A986-4BEE-9A05-B0259E4732B2}" type="slidenum">
              <a:rPr b="1" lang="en-US" sz="1600" spc="105" strike="noStrike" u="none">
                <a:solidFill>
                  <a:srgbClr val="ffffff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" name="PlaceHolder 7"/>
          <p:cNvSpPr>
            <a:spLocks noGrp="1"/>
          </p:cNvSpPr>
          <p:nvPr>
            <p:ph type="dt" idx="3"/>
          </p:nvPr>
        </p:nvSpPr>
        <p:spPr>
          <a:xfrm>
            <a:off x="8197200" y="6309360"/>
            <a:ext cx="214488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6" hidden="1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Rettangolo 20" hidden="1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" name="Rettangolo 51"/>
          <p:cNvSpPr/>
          <p:nvPr/>
        </p:nvSpPr>
        <p:spPr>
          <a:xfrm flipH="1">
            <a:off x="-6480" y="0"/>
            <a:ext cx="1218600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Rettangolo 52"/>
          <p:cNvSpPr/>
          <p:nvPr/>
        </p:nvSpPr>
        <p:spPr>
          <a:xfrm>
            <a:off x="0" y="825840"/>
            <a:ext cx="6789960" cy="258804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" name="Rettangolo 55"/>
          <p:cNvSpPr/>
          <p:nvPr/>
        </p:nvSpPr>
        <p:spPr>
          <a:xfrm>
            <a:off x="0" y="889560"/>
            <a:ext cx="1064520" cy="246024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Rettangolo 56"/>
          <p:cNvSpPr/>
          <p:nvPr/>
        </p:nvSpPr>
        <p:spPr>
          <a:xfrm rot="5400000">
            <a:off x="-235908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" name="Rettangolo 58"/>
          <p:cNvSpPr/>
          <p:nvPr/>
        </p:nvSpPr>
        <p:spPr>
          <a:xfrm rot="5400000">
            <a:off x="339876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4"/>
          </p:nvPr>
        </p:nvSpPr>
        <p:spPr>
          <a:xfrm>
            <a:off x="1635120" y="6309360"/>
            <a:ext cx="47912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404040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5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3B7586-21E7-4B39-B17F-34ED89CC5BD7}" type="slidenum">
              <a:rPr b="1" lang="en-US" sz="1600" spc="105" strike="noStrike" u="none">
                <a:solidFill>
                  <a:srgbClr val="ffffff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dt" idx="6"/>
          </p:nvPr>
        </p:nvSpPr>
        <p:spPr>
          <a:xfrm>
            <a:off x="8197200" y="6309360"/>
            <a:ext cx="214488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6" hidden="1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Rettangolo 20" hidden="1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" name="Rettangolo 51"/>
          <p:cNvSpPr/>
          <p:nvPr/>
        </p:nvSpPr>
        <p:spPr>
          <a:xfrm flipH="1">
            <a:off x="-6480" y="0"/>
            <a:ext cx="1218600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Rettangolo 52"/>
          <p:cNvSpPr/>
          <p:nvPr/>
        </p:nvSpPr>
        <p:spPr>
          <a:xfrm>
            <a:off x="0" y="825840"/>
            <a:ext cx="6789960" cy="258804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" name="Rettangolo 55"/>
          <p:cNvSpPr/>
          <p:nvPr/>
        </p:nvSpPr>
        <p:spPr>
          <a:xfrm>
            <a:off x="0" y="889560"/>
            <a:ext cx="1064520" cy="246024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Rettangolo 56"/>
          <p:cNvSpPr/>
          <p:nvPr/>
        </p:nvSpPr>
        <p:spPr>
          <a:xfrm rot="5400000">
            <a:off x="-235908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" name="Rettangolo 58"/>
          <p:cNvSpPr/>
          <p:nvPr/>
        </p:nvSpPr>
        <p:spPr>
          <a:xfrm rot="5400000">
            <a:off x="339876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ftr" idx="7"/>
          </p:nvPr>
        </p:nvSpPr>
        <p:spPr>
          <a:xfrm>
            <a:off x="1635120" y="6309360"/>
            <a:ext cx="47912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404040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sldNum" idx="8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6B6050C-CBC4-42C3-A6F8-68B21BC0A960}" type="slidenum">
              <a:rPr b="1" lang="en-US" sz="1600" spc="105" strike="noStrike" u="none">
                <a:solidFill>
                  <a:srgbClr val="ffffff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dt" idx="9"/>
          </p:nvPr>
        </p:nvSpPr>
        <p:spPr>
          <a:xfrm>
            <a:off x="8197200" y="6309360"/>
            <a:ext cx="214488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tangolo 6" hidden="1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Rettangolo 20" hidden="1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6" name="Rettangolo 51"/>
          <p:cNvSpPr/>
          <p:nvPr/>
        </p:nvSpPr>
        <p:spPr>
          <a:xfrm flipH="1">
            <a:off x="-6480" y="0"/>
            <a:ext cx="1218600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Rettangolo 52"/>
          <p:cNvSpPr/>
          <p:nvPr/>
        </p:nvSpPr>
        <p:spPr>
          <a:xfrm>
            <a:off x="0" y="825840"/>
            <a:ext cx="6789960" cy="258804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8" name="Rettangolo 55"/>
          <p:cNvSpPr/>
          <p:nvPr/>
        </p:nvSpPr>
        <p:spPr>
          <a:xfrm>
            <a:off x="0" y="889560"/>
            <a:ext cx="1064520" cy="246024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Rettangolo 56"/>
          <p:cNvSpPr/>
          <p:nvPr/>
        </p:nvSpPr>
        <p:spPr>
          <a:xfrm rot="5400000">
            <a:off x="-235908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" name="Rettangolo 58"/>
          <p:cNvSpPr/>
          <p:nvPr/>
        </p:nvSpPr>
        <p:spPr>
          <a:xfrm rot="5400000">
            <a:off x="339876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8"/>
          <p:cNvSpPr>
            <a:spLocks noGrp="1"/>
          </p:cNvSpPr>
          <p:nvPr>
            <p:ph type="ftr" idx="10"/>
          </p:nvPr>
        </p:nvSpPr>
        <p:spPr>
          <a:xfrm>
            <a:off x="1635120" y="6309360"/>
            <a:ext cx="47912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404040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9" name="PlaceHolder 9"/>
          <p:cNvSpPr>
            <a:spLocks noGrp="1"/>
          </p:cNvSpPr>
          <p:nvPr>
            <p:ph type="sldNum" idx="11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77FF4D9-FFCC-47F9-9B22-0A773AF5DDA3}" type="slidenum">
              <a:rPr b="1" lang="en-US" sz="1600" spc="105" strike="noStrike" u="none">
                <a:solidFill>
                  <a:srgbClr val="ffffff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0" name="PlaceHolder 10"/>
          <p:cNvSpPr>
            <a:spLocks noGrp="1"/>
          </p:cNvSpPr>
          <p:nvPr>
            <p:ph type="dt" idx="12"/>
          </p:nvPr>
        </p:nvSpPr>
        <p:spPr>
          <a:xfrm>
            <a:off x="8197200" y="6309360"/>
            <a:ext cx="214488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ttangolo 6" hidden="1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Rettangolo 20" hidden="1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3" name="Rettangolo 51"/>
          <p:cNvSpPr/>
          <p:nvPr/>
        </p:nvSpPr>
        <p:spPr>
          <a:xfrm flipH="1">
            <a:off x="-6480" y="0"/>
            <a:ext cx="1218600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Rettangolo 52"/>
          <p:cNvSpPr/>
          <p:nvPr/>
        </p:nvSpPr>
        <p:spPr>
          <a:xfrm>
            <a:off x="0" y="825840"/>
            <a:ext cx="6789960" cy="258804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5" name="Rettangolo 55"/>
          <p:cNvSpPr/>
          <p:nvPr/>
        </p:nvSpPr>
        <p:spPr>
          <a:xfrm>
            <a:off x="0" y="889560"/>
            <a:ext cx="1064520" cy="246024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Rettangolo 56"/>
          <p:cNvSpPr/>
          <p:nvPr/>
        </p:nvSpPr>
        <p:spPr>
          <a:xfrm rot="5400000">
            <a:off x="-235908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7" name="Rettangolo 58"/>
          <p:cNvSpPr/>
          <p:nvPr/>
        </p:nvSpPr>
        <p:spPr>
          <a:xfrm rot="5400000">
            <a:off x="339876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ftr" idx="13"/>
          </p:nvPr>
        </p:nvSpPr>
        <p:spPr>
          <a:xfrm>
            <a:off x="1635120" y="6309360"/>
            <a:ext cx="47912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404040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14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A724E3-A390-4426-A07E-D46871BC857F}" type="slidenum">
              <a:rPr b="1" lang="en-US" sz="1600" spc="105" strike="noStrike" u="none">
                <a:solidFill>
                  <a:srgbClr val="ffffff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15"/>
          </p:nvPr>
        </p:nvSpPr>
        <p:spPr>
          <a:xfrm>
            <a:off x="8197200" y="6309360"/>
            <a:ext cx="214488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ttangolo 6" hidden="1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Rettangolo 20" hidden="1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Rettangolo 51"/>
          <p:cNvSpPr/>
          <p:nvPr/>
        </p:nvSpPr>
        <p:spPr>
          <a:xfrm flipH="1">
            <a:off x="-6480" y="0"/>
            <a:ext cx="1218600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Rettangolo 52"/>
          <p:cNvSpPr/>
          <p:nvPr/>
        </p:nvSpPr>
        <p:spPr>
          <a:xfrm>
            <a:off x="0" y="825840"/>
            <a:ext cx="6789960" cy="258804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7" name="Rettangolo 55"/>
          <p:cNvSpPr/>
          <p:nvPr/>
        </p:nvSpPr>
        <p:spPr>
          <a:xfrm>
            <a:off x="0" y="889560"/>
            <a:ext cx="1064520" cy="246024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Rettangolo 56"/>
          <p:cNvSpPr/>
          <p:nvPr/>
        </p:nvSpPr>
        <p:spPr>
          <a:xfrm rot="5400000">
            <a:off x="-235908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9" name="Rettangolo 58"/>
          <p:cNvSpPr/>
          <p:nvPr/>
        </p:nvSpPr>
        <p:spPr>
          <a:xfrm rot="5400000">
            <a:off x="339876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ftr" idx="16"/>
          </p:nvPr>
        </p:nvSpPr>
        <p:spPr>
          <a:xfrm>
            <a:off x="1635120" y="6309360"/>
            <a:ext cx="47912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404040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17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41168ED-2C13-4CDF-834B-0130593B567A}" type="slidenum">
              <a:rPr b="1" lang="en-US" sz="1600" spc="105" strike="noStrike" u="none">
                <a:solidFill>
                  <a:srgbClr val="ffffff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18"/>
          </p:nvPr>
        </p:nvSpPr>
        <p:spPr>
          <a:xfrm>
            <a:off x="8197200" y="6309360"/>
            <a:ext cx="214488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ttangolo 6" hidden="1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Rettangolo 20" hidden="1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8" name="Rettangolo 51"/>
          <p:cNvSpPr/>
          <p:nvPr/>
        </p:nvSpPr>
        <p:spPr>
          <a:xfrm flipH="1">
            <a:off x="-6480" y="0"/>
            <a:ext cx="1218600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Rettangolo 52"/>
          <p:cNvSpPr/>
          <p:nvPr/>
        </p:nvSpPr>
        <p:spPr>
          <a:xfrm>
            <a:off x="0" y="825840"/>
            <a:ext cx="6789960" cy="258804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0" name="Rettangolo 55"/>
          <p:cNvSpPr/>
          <p:nvPr/>
        </p:nvSpPr>
        <p:spPr>
          <a:xfrm>
            <a:off x="0" y="889560"/>
            <a:ext cx="1064520" cy="246024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Rettangolo 56"/>
          <p:cNvSpPr/>
          <p:nvPr/>
        </p:nvSpPr>
        <p:spPr>
          <a:xfrm rot="5400000">
            <a:off x="-235908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2" name="Rettangolo 58"/>
          <p:cNvSpPr/>
          <p:nvPr/>
        </p:nvSpPr>
        <p:spPr>
          <a:xfrm rot="5400000">
            <a:off x="339876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ftr" idx="19"/>
          </p:nvPr>
        </p:nvSpPr>
        <p:spPr>
          <a:xfrm>
            <a:off x="1635120" y="6309360"/>
            <a:ext cx="47912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404040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sldNum" idx="20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C4024F-6D7D-4AF6-AF07-0C4645F4940E}" type="slidenum">
              <a:rPr b="1" lang="en-US" sz="1600" spc="105" strike="noStrike" u="none">
                <a:solidFill>
                  <a:srgbClr val="ffffff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dt" idx="21"/>
          </p:nvPr>
        </p:nvSpPr>
        <p:spPr>
          <a:xfrm>
            <a:off x="8197200" y="6309360"/>
            <a:ext cx="214488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ttangolo 6" hidden="1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Rettangolo 20" hidden="1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2" name="Rettangolo 51"/>
          <p:cNvSpPr/>
          <p:nvPr/>
        </p:nvSpPr>
        <p:spPr>
          <a:xfrm flipH="1">
            <a:off x="-6480" y="0"/>
            <a:ext cx="1218600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Rettangolo 52"/>
          <p:cNvSpPr/>
          <p:nvPr/>
        </p:nvSpPr>
        <p:spPr>
          <a:xfrm>
            <a:off x="0" y="825840"/>
            <a:ext cx="6789960" cy="258804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4" name="Rettangolo 55"/>
          <p:cNvSpPr/>
          <p:nvPr/>
        </p:nvSpPr>
        <p:spPr>
          <a:xfrm>
            <a:off x="0" y="889560"/>
            <a:ext cx="1064520" cy="246024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Rettangolo 56"/>
          <p:cNvSpPr/>
          <p:nvPr/>
        </p:nvSpPr>
        <p:spPr>
          <a:xfrm rot="5400000">
            <a:off x="-235908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6" name="Rettangolo 58"/>
          <p:cNvSpPr/>
          <p:nvPr/>
        </p:nvSpPr>
        <p:spPr>
          <a:xfrm rot="5400000">
            <a:off x="339876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ftr" idx="22"/>
          </p:nvPr>
        </p:nvSpPr>
        <p:spPr>
          <a:xfrm>
            <a:off x="1635120" y="6309360"/>
            <a:ext cx="47912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404040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sldNum" idx="23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BB43463-155A-40C7-85E6-7AF22D51C27A}" type="slidenum">
              <a:rPr b="1" lang="en-US" sz="1600" spc="105" strike="noStrike" u="none">
                <a:solidFill>
                  <a:srgbClr val="ffffff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dt" idx="24"/>
          </p:nvPr>
        </p:nvSpPr>
        <p:spPr>
          <a:xfrm>
            <a:off x="8197200" y="6309360"/>
            <a:ext cx="214488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ttangolo 6" hidden="1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Rettangolo 20" hidden="1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8" name="Rettangolo 51"/>
          <p:cNvSpPr/>
          <p:nvPr/>
        </p:nvSpPr>
        <p:spPr>
          <a:xfrm flipH="1">
            <a:off x="-6480" y="0"/>
            <a:ext cx="1218600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Rettangolo 52"/>
          <p:cNvSpPr/>
          <p:nvPr/>
        </p:nvSpPr>
        <p:spPr>
          <a:xfrm>
            <a:off x="0" y="825840"/>
            <a:ext cx="6789960" cy="258804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0" name="Rettangolo 55"/>
          <p:cNvSpPr/>
          <p:nvPr/>
        </p:nvSpPr>
        <p:spPr>
          <a:xfrm>
            <a:off x="0" y="889560"/>
            <a:ext cx="1064520" cy="246024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Rettangolo 56"/>
          <p:cNvSpPr/>
          <p:nvPr/>
        </p:nvSpPr>
        <p:spPr>
          <a:xfrm rot="5400000">
            <a:off x="-235908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2" name="Rettangolo 58"/>
          <p:cNvSpPr/>
          <p:nvPr/>
        </p:nvSpPr>
        <p:spPr>
          <a:xfrm rot="5400000">
            <a:off x="339876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ftr" idx="25"/>
          </p:nvPr>
        </p:nvSpPr>
        <p:spPr>
          <a:xfrm>
            <a:off x="1635120" y="6309360"/>
            <a:ext cx="47912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404040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26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95B549B-94D2-4DEE-B19B-5F2B360627F1}" type="slidenum">
              <a:rPr b="1" lang="en-US" sz="1600" spc="105" strike="noStrike" u="none">
                <a:solidFill>
                  <a:srgbClr val="ffffff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dt" idx="27"/>
          </p:nvPr>
        </p:nvSpPr>
        <p:spPr>
          <a:xfrm>
            <a:off x="8197200" y="6309360"/>
            <a:ext cx="214488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ttangolo 6" hidden="1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Rettangolo 20" hidden="1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0" name="Rettangolo 51"/>
          <p:cNvSpPr/>
          <p:nvPr/>
        </p:nvSpPr>
        <p:spPr>
          <a:xfrm flipH="1">
            <a:off x="-6480" y="0"/>
            <a:ext cx="1218600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Rettangolo 52"/>
          <p:cNvSpPr/>
          <p:nvPr/>
        </p:nvSpPr>
        <p:spPr>
          <a:xfrm>
            <a:off x="0" y="825840"/>
            <a:ext cx="6789960" cy="258804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2" name="Rettangolo 55"/>
          <p:cNvSpPr/>
          <p:nvPr/>
        </p:nvSpPr>
        <p:spPr>
          <a:xfrm>
            <a:off x="0" y="889560"/>
            <a:ext cx="1064520" cy="246024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Rettangolo 56"/>
          <p:cNvSpPr/>
          <p:nvPr/>
        </p:nvSpPr>
        <p:spPr>
          <a:xfrm rot="5400000">
            <a:off x="-235908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4" name="Rettangolo 58"/>
          <p:cNvSpPr/>
          <p:nvPr/>
        </p:nvSpPr>
        <p:spPr>
          <a:xfrm rot="5400000">
            <a:off x="339876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5" name="PlaceHolder 1"/>
          <p:cNvSpPr>
            <a:spLocks noGrp="1"/>
          </p:cNvSpPr>
          <p:nvPr>
            <p:ph type="ftr" idx="28"/>
          </p:nvPr>
        </p:nvSpPr>
        <p:spPr>
          <a:xfrm>
            <a:off x="1635120" y="6309360"/>
            <a:ext cx="47912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404040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ldNum" idx="29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4F67071-573B-45FE-AB0D-B715B8F4C73F}" type="slidenum">
              <a:rPr b="1" lang="en-US" sz="1600" spc="105" strike="noStrike" u="none">
                <a:solidFill>
                  <a:srgbClr val="ffffff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dt" idx="30"/>
          </p:nvPr>
        </p:nvSpPr>
        <p:spPr>
          <a:xfrm>
            <a:off x="8197200" y="6309360"/>
            <a:ext cx="214488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ttangolo 6" hidden="1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Rettangolo 20" hidden="1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0" name="Rettangolo 51"/>
          <p:cNvSpPr/>
          <p:nvPr/>
        </p:nvSpPr>
        <p:spPr>
          <a:xfrm flipH="1">
            <a:off x="-6480" y="0"/>
            <a:ext cx="1218600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Rettangolo 52"/>
          <p:cNvSpPr/>
          <p:nvPr/>
        </p:nvSpPr>
        <p:spPr>
          <a:xfrm>
            <a:off x="0" y="825840"/>
            <a:ext cx="6789960" cy="258804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2" name="Rettangolo 55"/>
          <p:cNvSpPr/>
          <p:nvPr/>
        </p:nvSpPr>
        <p:spPr>
          <a:xfrm>
            <a:off x="0" y="889560"/>
            <a:ext cx="1064520" cy="246024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Rettangolo 56"/>
          <p:cNvSpPr/>
          <p:nvPr/>
        </p:nvSpPr>
        <p:spPr>
          <a:xfrm rot="5400000">
            <a:off x="-235908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4" name="Rettangolo 58"/>
          <p:cNvSpPr/>
          <p:nvPr/>
        </p:nvSpPr>
        <p:spPr>
          <a:xfrm rot="5400000">
            <a:off x="339876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 type="ftr" idx="31"/>
          </p:nvPr>
        </p:nvSpPr>
        <p:spPr>
          <a:xfrm>
            <a:off x="1635120" y="6309360"/>
            <a:ext cx="47912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404040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0" name="PlaceHolder 6"/>
          <p:cNvSpPr>
            <a:spLocks noGrp="1"/>
          </p:cNvSpPr>
          <p:nvPr>
            <p:ph type="sldNum" idx="32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76715CF-C2DB-404F-AD8F-E58FFE6E71E5}" type="slidenum">
              <a:rPr b="1" lang="en-US" sz="1600" spc="105" strike="noStrike" u="none">
                <a:solidFill>
                  <a:srgbClr val="ffffff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1" name="PlaceHolder 7"/>
          <p:cNvSpPr>
            <a:spLocks noGrp="1"/>
          </p:cNvSpPr>
          <p:nvPr>
            <p:ph type="dt" idx="33"/>
          </p:nvPr>
        </p:nvSpPr>
        <p:spPr>
          <a:xfrm>
            <a:off x="8197200" y="6309360"/>
            <a:ext cx="214488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ttangolo 6" hidden="1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Rettangolo 20" hidden="1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8" name="Rettangolo 51"/>
          <p:cNvSpPr/>
          <p:nvPr/>
        </p:nvSpPr>
        <p:spPr>
          <a:xfrm flipH="1">
            <a:off x="-6480" y="0"/>
            <a:ext cx="1218600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Rettangolo 52"/>
          <p:cNvSpPr/>
          <p:nvPr/>
        </p:nvSpPr>
        <p:spPr>
          <a:xfrm>
            <a:off x="0" y="825840"/>
            <a:ext cx="6789960" cy="258804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0" name="Rettangolo 55"/>
          <p:cNvSpPr/>
          <p:nvPr/>
        </p:nvSpPr>
        <p:spPr>
          <a:xfrm>
            <a:off x="0" y="889560"/>
            <a:ext cx="1064520" cy="246024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Rettangolo 56"/>
          <p:cNvSpPr/>
          <p:nvPr/>
        </p:nvSpPr>
        <p:spPr>
          <a:xfrm rot="5400000">
            <a:off x="-235908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2" name="Rettangolo 58"/>
          <p:cNvSpPr/>
          <p:nvPr/>
        </p:nvSpPr>
        <p:spPr>
          <a:xfrm rot="5400000">
            <a:off x="339876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" name="PlaceHolder 5"/>
          <p:cNvSpPr>
            <a:spLocks noGrp="1"/>
          </p:cNvSpPr>
          <p:nvPr>
            <p:ph type="ftr" idx="34"/>
          </p:nvPr>
        </p:nvSpPr>
        <p:spPr>
          <a:xfrm>
            <a:off x="1635120" y="6309360"/>
            <a:ext cx="47912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404040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8" name="PlaceHolder 6"/>
          <p:cNvSpPr>
            <a:spLocks noGrp="1"/>
          </p:cNvSpPr>
          <p:nvPr>
            <p:ph type="sldNum" idx="35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1E0A0D3-4DCC-4F3B-BF3E-8F88FC58210C}" type="slidenum">
              <a:rPr b="1" lang="en-US" sz="1600" spc="105" strike="noStrike" u="none">
                <a:solidFill>
                  <a:srgbClr val="ffffff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9" name="PlaceHolder 7"/>
          <p:cNvSpPr>
            <a:spLocks noGrp="1"/>
          </p:cNvSpPr>
          <p:nvPr>
            <p:ph type="dt" idx="36"/>
          </p:nvPr>
        </p:nvSpPr>
        <p:spPr>
          <a:xfrm>
            <a:off x="8197200" y="6309360"/>
            <a:ext cx="214488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ttangolo 6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Rettangolo 20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6" name="Rettangolo 1"/>
          <p:cNvSpPr/>
          <p:nvPr/>
        </p:nvSpPr>
        <p:spPr>
          <a:xfrm>
            <a:off x="0" y="0"/>
            <a:ext cx="1218276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Rettangolo 19"/>
          <p:cNvSpPr/>
          <p:nvPr/>
        </p:nvSpPr>
        <p:spPr>
          <a:xfrm>
            <a:off x="0" y="3960"/>
            <a:ext cx="12186000" cy="134172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8" name="Rettangolo 4"/>
          <p:cNvSpPr/>
          <p:nvPr/>
        </p:nvSpPr>
        <p:spPr>
          <a:xfrm>
            <a:off x="0" y="1351440"/>
            <a:ext cx="12186000" cy="4743360"/>
          </a:xfrm>
          <a:prstGeom prst="rect">
            <a:avLst/>
          </a:prstGeom>
          <a:solidFill>
            <a:srgbClr val="ffffff">
              <a:alpha val="60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Rettangolo 5"/>
          <p:cNvSpPr/>
          <p:nvPr/>
        </p:nvSpPr>
        <p:spPr>
          <a:xfrm>
            <a:off x="0" y="6107760"/>
            <a:ext cx="4645080" cy="74412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0" name="Rettangolo 8"/>
          <p:cNvSpPr/>
          <p:nvPr/>
        </p:nvSpPr>
        <p:spPr>
          <a:xfrm>
            <a:off x="1440" y="6101280"/>
            <a:ext cx="1218276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1" name="Rettangolo 12"/>
          <p:cNvSpPr/>
          <p:nvPr/>
        </p:nvSpPr>
        <p:spPr>
          <a:xfrm>
            <a:off x="4633920" y="6117480"/>
            <a:ext cx="57960" cy="73440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ftr" idx="37"/>
          </p:nvPr>
        </p:nvSpPr>
        <p:spPr>
          <a:xfrm>
            <a:off x="642960" y="6309360"/>
            <a:ext cx="34178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ffffff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7" name="PlaceHolder 6"/>
          <p:cNvSpPr>
            <a:spLocks noGrp="1"/>
          </p:cNvSpPr>
          <p:nvPr>
            <p:ph type="sldNum" idx="38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A0BE64-D151-4B16-9603-D6507C156FE2}" type="slidenum">
              <a:rPr b="1" lang="en-US" sz="1600" spc="105" strike="noStrike" u="none">
                <a:solidFill>
                  <a:srgbClr val="404040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8" name="PlaceHolder 7"/>
          <p:cNvSpPr>
            <a:spLocks noGrp="1"/>
          </p:cNvSpPr>
          <p:nvPr>
            <p:ph type="dt" idx="39"/>
          </p:nvPr>
        </p:nvSpPr>
        <p:spPr>
          <a:xfrm>
            <a:off x="5373720" y="6309360"/>
            <a:ext cx="340596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ttangolo 6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Rettangolo 20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5" name="Rettangolo 1"/>
          <p:cNvSpPr/>
          <p:nvPr/>
        </p:nvSpPr>
        <p:spPr>
          <a:xfrm>
            <a:off x="0" y="0"/>
            <a:ext cx="1218276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6" name="Rettangolo 19"/>
          <p:cNvSpPr/>
          <p:nvPr/>
        </p:nvSpPr>
        <p:spPr>
          <a:xfrm>
            <a:off x="0" y="3960"/>
            <a:ext cx="12186000" cy="134172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7" name="Rettangolo 4"/>
          <p:cNvSpPr/>
          <p:nvPr/>
        </p:nvSpPr>
        <p:spPr>
          <a:xfrm>
            <a:off x="0" y="1351440"/>
            <a:ext cx="12186000" cy="4743360"/>
          </a:xfrm>
          <a:prstGeom prst="rect">
            <a:avLst/>
          </a:prstGeom>
          <a:solidFill>
            <a:srgbClr val="ffffff">
              <a:alpha val="60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Rettangolo 5"/>
          <p:cNvSpPr/>
          <p:nvPr/>
        </p:nvSpPr>
        <p:spPr>
          <a:xfrm>
            <a:off x="0" y="6107760"/>
            <a:ext cx="4645080" cy="74412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Rettangolo 8"/>
          <p:cNvSpPr/>
          <p:nvPr/>
        </p:nvSpPr>
        <p:spPr>
          <a:xfrm>
            <a:off x="1440" y="6101280"/>
            <a:ext cx="1218276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0" name="Rettangolo 12"/>
          <p:cNvSpPr/>
          <p:nvPr/>
        </p:nvSpPr>
        <p:spPr>
          <a:xfrm>
            <a:off x="4633920" y="6117480"/>
            <a:ext cx="57960" cy="73440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ftr" idx="40"/>
          </p:nvPr>
        </p:nvSpPr>
        <p:spPr>
          <a:xfrm>
            <a:off x="642960" y="6309360"/>
            <a:ext cx="34178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ffffff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sldNum" idx="41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B2BC46-FB29-4111-A4A9-5DB21ADE8453}" type="slidenum">
              <a:rPr b="1" lang="en-US" sz="1600" spc="105" strike="noStrike" u="none">
                <a:solidFill>
                  <a:srgbClr val="404040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dt" idx="42"/>
          </p:nvPr>
        </p:nvSpPr>
        <p:spPr>
          <a:xfrm>
            <a:off x="5373720" y="6309360"/>
            <a:ext cx="340596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ttangolo 6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Rettangolo 20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2" name="Rettangolo 1"/>
          <p:cNvSpPr/>
          <p:nvPr/>
        </p:nvSpPr>
        <p:spPr>
          <a:xfrm>
            <a:off x="0" y="0"/>
            <a:ext cx="1218276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Rettangolo 19"/>
          <p:cNvSpPr/>
          <p:nvPr/>
        </p:nvSpPr>
        <p:spPr>
          <a:xfrm>
            <a:off x="0" y="3960"/>
            <a:ext cx="12186000" cy="134172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4" name="Rettangolo 4"/>
          <p:cNvSpPr/>
          <p:nvPr/>
        </p:nvSpPr>
        <p:spPr>
          <a:xfrm>
            <a:off x="0" y="1351440"/>
            <a:ext cx="12186000" cy="4743360"/>
          </a:xfrm>
          <a:prstGeom prst="rect">
            <a:avLst/>
          </a:prstGeom>
          <a:solidFill>
            <a:srgbClr val="ffffff">
              <a:alpha val="60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5" name="Rettangolo 5"/>
          <p:cNvSpPr/>
          <p:nvPr/>
        </p:nvSpPr>
        <p:spPr>
          <a:xfrm>
            <a:off x="0" y="6107760"/>
            <a:ext cx="4645080" cy="74412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Rettangolo 8"/>
          <p:cNvSpPr/>
          <p:nvPr/>
        </p:nvSpPr>
        <p:spPr>
          <a:xfrm>
            <a:off x="1440" y="6101280"/>
            <a:ext cx="1218276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7" name="Rettangolo 12"/>
          <p:cNvSpPr/>
          <p:nvPr/>
        </p:nvSpPr>
        <p:spPr>
          <a:xfrm>
            <a:off x="4633920" y="6117480"/>
            <a:ext cx="57960" cy="73440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 type="ftr" idx="43"/>
          </p:nvPr>
        </p:nvSpPr>
        <p:spPr>
          <a:xfrm>
            <a:off x="642960" y="6309360"/>
            <a:ext cx="34178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ffffff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4" name="PlaceHolder 7"/>
          <p:cNvSpPr>
            <a:spLocks noGrp="1"/>
          </p:cNvSpPr>
          <p:nvPr>
            <p:ph type="sldNum" idx="44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F0B75C0-A463-4B19-859F-94340FDDE322}" type="slidenum">
              <a:rPr b="1" lang="en-US" sz="1600" spc="105" strike="noStrike" u="none">
                <a:solidFill>
                  <a:srgbClr val="404040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5" name="PlaceHolder 8"/>
          <p:cNvSpPr>
            <a:spLocks noGrp="1"/>
          </p:cNvSpPr>
          <p:nvPr>
            <p:ph type="dt" idx="45"/>
          </p:nvPr>
        </p:nvSpPr>
        <p:spPr>
          <a:xfrm>
            <a:off x="5373720" y="6309360"/>
            <a:ext cx="340596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ttangolo 6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Rettangolo 20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3" name="Rettangolo 1"/>
          <p:cNvSpPr/>
          <p:nvPr/>
        </p:nvSpPr>
        <p:spPr>
          <a:xfrm>
            <a:off x="0" y="0"/>
            <a:ext cx="1218276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Rettangolo 19"/>
          <p:cNvSpPr/>
          <p:nvPr/>
        </p:nvSpPr>
        <p:spPr>
          <a:xfrm>
            <a:off x="0" y="3960"/>
            <a:ext cx="12186000" cy="134172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5" name="Rettangolo 4"/>
          <p:cNvSpPr/>
          <p:nvPr/>
        </p:nvSpPr>
        <p:spPr>
          <a:xfrm>
            <a:off x="0" y="1351440"/>
            <a:ext cx="12186000" cy="4743360"/>
          </a:xfrm>
          <a:prstGeom prst="rect">
            <a:avLst/>
          </a:prstGeom>
          <a:solidFill>
            <a:srgbClr val="ffffff">
              <a:alpha val="60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Rettangolo 5"/>
          <p:cNvSpPr/>
          <p:nvPr/>
        </p:nvSpPr>
        <p:spPr>
          <a:xfrm>
            <a:off x="0" y="6107760"/>
            <a:ext cx="4645080" cy="74412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7" name="Rettangolo 8"/>
          <p:cNvSpPr/>
          <p:nvPr/>
        </p:nvSpPr>
        <p:spPr>
          <a:xfrm>
            <a:off x="1440" y="6101280"/>
            <a:ext cx="1218276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8" name="Rettangolo 12"/>
          <p:cNvSpPr/>
          <p:nvPr/>
        </p:nvSpPr>
        <p:spPr>
          <a:xfrm>
            <a:off x="4633920" y="6117480"/>
            <a:ext cx="57960" cy="73440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6" name="PlaceHolder 8"/>
          <p:cNvSpPr>
            <a:spLocks noGrp="1"/>
          </p:cNvSpPr>
          <p:nvPr>
            <p:ph type="ftr" idx="46"/>
          </p:nvPr>
        </p:nvSpPr>
        <p:spPr>
          <a:xfrm>
            <a:off x="642960" y="6309360"/>
            <a:ext cx="34178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ffffff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7" name="PlaceHolder 9"/>
          <p:cNvSpPr>
            <a:spLocks noGrp="1"/>
          </p:cNvSpPr>
          <p:nvPr>
            <p:ph type="sldNum" idx="47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76FB8D-CB7A-4D97-A763-2EB223615C51}" type="slidenum">
              <a:rPr b="1" lang="en-US" sz="1600" spc="105" strike="noStrike" u="none">
                <a:solidFill>
                  <a:srgbClr val="404040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8" name="PlaceHolder 10"/>
          <p:cNvSpPr>
            <a:spLocks noGrp="1"/>
          </p:cNvSpPr>
          <p:nvPr>
            <p:ph type="dt" idx="48"/>
          </p:nvPr>
        </p:nvSpPr>
        <p:spPr>
          <a:xfrm>
            <a:off x="5373720" y="6309360"/>
            <a:ext cx="340596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ttangolo 6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0" name="Rettangolo 20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1" name="Rettangolo 1"/>
          <p:cNvSpPr/>
          <p:nvPr/>
        </p:nvSpPr>
        <p:spPr>
          <a:xfrm>
            <a:off x="0" y="0"/>
            <a:ext cx="1218276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Rettangolo 19"/>
          <p:cNvSpPr/>
          <p:nvPr/>
        </p:nvSpPr>
        <p:spPr>
          <a:xfrm>
            <a:off x="0" y="3960"/>
            <a:ext cx="12186000" cy="134172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3" name="Rettangolo 4"/>
          <p:cNvSpPr/>
          <p:nvPr/>
        </p:nvSpPr>
        <p:spPr>
          <a:xfrm>
            <a:off x="0" y="1351440"/>
            <a:ext cx="12186000" cy="4743360"/>
          </a:xfrm>
          <a:prstGeom prst="rect">
            <a:avLst/>
          </a:prstGeom>
          <a:solidFill>
            <a:srgbClr val="ffffff">
              <a:alpha val="60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4" name="Rettangolo 5"/>
          <p:cNvSpPr/>
          <p:nvPr/>
        </p:nvSpPr>
        <p:spPr>
          <a:xfrm>
            <a:off x="0" y="6107760"/>
            <a:ext cx="4645080" cy="74412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Rettangolo 8"/>
          <p:cNvSpPr/>
          <p:nvPr/>
        </p:nvSpPr>
        <p:spPr>
          <a:xfrm>
            <a:off x="1440" y="6101280"/>
            <a:ext cx="1218276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6" name="Rettangolo 12"/>
          <p:cNvSpPr/>
          <p:nvPr/>
        </p:nvSpPr>
        <p:spPr>
          <a:xfrm>
            <a:off x="4633920" y="6117480"/>
            <a:ext cx="57960" cy="73440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ftr" idx="49"/>
          </p:nvPr>
        </p:nvSpPr>
        <p:spPr>
          <a:xfrm>
            <a:off x="642960" y="6309360"/>
            <a:ext cx="34178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ffffff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sldNum" idx="50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18A6E60-8506-4362-AA94-9915C887C3F2}" type="slidenum">
              <a:rPr b="1" lang="en-US" sz="1600" spc="105" strike="noStrike" u="none">
                <a:solidFill>
                  <a:srgbClr val="404040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dt" idx="51"/>
          </p:nvPr>
        </p:nvSpPr>
        <p:spPr>
          <a:xfrm>
            <a:off x="5373720" y="6309360"/>
            <a:ext cx="340596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ttangolo 6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1" name="Rettangolo 20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2" name="Rettangolo 1"/>
          <p:cNvSpPr/>
          <p:nvPr/>
        </p:nvSpPr>
        <p:spPr>
          <a:xfrm>
            <a:off x="0" y="0"/>
            <a:ext cx="1218276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3" name="Rettangolo 19"/>
          <p:cNvSpPr/>
          <p:nvPr/>
        </p:nvSpPr>
        <p:spPr>
          <a:xfrm>
            <a:off x="0" y="3960"/>
            <a:ext cx="12186000" cy="134172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4" name="Rettangolo 4"/>
          <p:cNvSpPr/>
          <p:nvPr/>
        </p:nvSpPr>
        <p:spPr>
          <a:xfrm>
            <a:off x="0" y="1351440"/>
            <a:ext cx="12186000" cy="4743360"/>
          </a:xfrm>
          <a:prstGeom prst="rect">
            <a:avLst/>
          </a:prstGeom>
          <a:solidFill>
            <a:srgbClr val="ffffff">
              <a:alpha val="60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5" name="Rettangolo 5"/>
          <p:cNvSpPr/>
          <p:nvPr/>
        </p:nvSpPr>
        <p:spPr>
          <a:xfrm>
            <a:off x="0" y="6107760"/>
            <a:ext cx="4645080" cy="74412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6" name="Rettangolo 8"/>
          <p:cNvSpPr/>
          <p:nvPr/>
        </p:nvSpPr>
        <p:spPr>
          <a:xfrm>
            <a:off x="1440" y="6101280"/>
            <a:ext cx="1218276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7" name="Rettangolo 12"/>
          <p:cNvSpPr/>
          <p:nvPr/>
        </p:nvSpPr>
        <p:spPr>
          <a:xfrm>
            <a:off x="4633920" y="6117480"/>
            <a:ext cx="57960" cy="73440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ftr" idx="52"/>
          </p:nvPr>
        </p:nvSpPr>
        <p:spPr>
          <a:xfrm>
            <a:off x="642960" y="6309360"/>
            <a:ext cx="34178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ffffff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53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AAB9F50-AA22-435E-A3BD-4D3F14F3CD6C}" type="slidenum">
              <a:rPr b="1" lang="en-US" sz="1600" spc="105" strike="noStrike" u="none">
                <a:solidFill>
                  <a:srgbClr val="404040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11" name="PlaceHolder 4"/>
          <p:cNvSpPr>
            <a:spLocks noGrp="1"/>
          </p:cNvSpPr>
          <p:nvPr>
            <p:ph type="dt" idx="54"/>
          </p:nvPr>
        </p:nvSpPr>
        <p:spPr>
          <a:xfrm>
            <a:off x="5373720" y="6309360"/>
            <a:ext cx="340596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Rettangolo 6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5" name="Rettangolo 20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6" name="Rettangolo 1"/>
          <p:cNvSpPr/>
          <p:nvPr/>
        </p:nvSpPr>
        <p:spPr>
          <a:xfrm>
            <a:off x="0" y="0"/>
            <a:ext cx="1218276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7" name="Rettangolo 19"/>
          <p:cNvSpPr/>
          <p:nvPr/>
        </p:nvSpPr>
        <p:spPr>
          <a:xfrm>
            <a:off x="0" y="3960"/>
            <a:ext cx="12186000" cy="134172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8" name="Rettangolo 4"/>
          <p:cNvSpPr/>
          <p:nvPr/>
        </p:nvSpPr>
        <p:spPr>
          <a:xfrm>
            <a:off x="0" y="1351440"/>
            <a:ext cx="12186000" cy="4743360"/>
          </a:xfrm>
          <a:prstGeom prst="rect">
            <a:avLst/>
          </a:prstGeom>
          <a:solidFill>
            <a:srgbClr val="ffffff">
              <a:alpha val="60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Rettangolo 5"/>
          <p:cNvSpPr/>
          <p:nvPr/>
        </p:nvSpPr>
        <p:spPr>
          <a:xfrm>
            <a:off x="0" y="6107760"/>
            <a:ext cx="4645080" cy="74412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0" name="Rettangolo 8"/>
          <p:cNvSpPr/>
          <p:nvPr/>
        </p:nvSpPr>
        <p:spPr>
          <a:xfrm>
            <a:off x="1440" y="6101280"/>
            <a:ext cx="1218276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1" name="Rettangolo 12"/>
          <p:cNvSpPr/>
          <p:nvPr/>
        </p:nvSpPr>
        <p:spPr>
          <a:xfrm>
            <a:off x="4633920" y="6117480"/>
            <a:ext cx="57960" cy="73440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ftr" idx="55"/>
          </p:nvPr>
        </p:nvSpPr>
        <p:spPr>
          <a:xfrm>
            <a:off x="642960" y="6309360"/>
            <a:ext cx="34178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ffffff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5" name="PlaceHolder 4"/>
          <p:cNvSpPr>
            <a:spLocks noGrp="1"/>
          </p:cNvSpPr>
          <p:nvPr>
            <p:ph type="sldNum" idx="56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B012066-7595-4C14-8418-16EC82DF0A74}" type="slidenum">
              <a:rPr b="1" lang="en-US" sz="1600" spc="105" strike="noStrike" u="none">
                <a:solidFill>
                  <a:srgbClr val="404040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6" name="PlaceHolder 5"/>
          <p:cNvSpPr>
            <a:spLocks noGrp="1"/>
          </p:cNvSpPr>
          <p:nvPr>
            <p:ph type="dt" idx="57"/>
          </p:nvPr>
        </p:nvSpPr>
        <p:spPr>
          <a:xfrm>
            <a:off x="5373720" y="6309360"/>
            <a:ext cx="340596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Rettangolo 6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0" name="Rettangolo 20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1" name="Rettangolo 1"/>
          <p:cNvSpPr/>
          <p:nvPr/>
        </p:nvSpPr>
        <p:spPr>
          <a:xfrm>
            <a:off x="0" y="0"/>
            <a:ext cx="1218276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2" name="Rettangolo 19"/>
          <p:cNvSpPr/>
          <p:nvPr/>
        </p:nvSpPr>
        <p:spPr>
          <a:xfrm>
            <a:off x="0" y="3960"/>
            <a:ext cx="12186000" cy="134172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3" name="Rettangolo 4"/>
          <p:cNvSpPr/>
          <p:nvPr/>
        </p:nvSpPr>
        <p:spPr>
          <a:xfrm>
            <a:off x="0" y="1351440"/>
            <a:ext cx="12186000" cy="4743360"/>
          </a:xfrm>
          <a:prstGeom prst="rect">
            <a:avLst/>
          </a:prstGeom>
          <a:solidFill>
            <a:srgbClr val="ffffff">
              <a:alpha val="60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4" name="Rettangolo 5"/>
          <p:cNvSpPr/>
          <p:nvPr/>
        </p:nvSpPr>
        <p:spPr>
          <a:xfrm>
            <a:off x="0" y="6107760"/>
            <a:ext cx="4645080" cy="74412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5" name="Rettangolo 8"/>
          <p:cNvSpPr/>
          <p:nvPr/>
        </p:nvSpPr>
        <p:spPr>
          <a:xfrm>
            <a:off x="1440" y="6101280"/>
            <a:ext cx="1218276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6" name="Rettangolo 12"/>
          <p:cNvSpPr/>
          <p:nvPr/>
        </p:nvSpPr>
        <p:spPr>
          <a:xfrm>
            <a:off x="4633920" y="6117480"/>
            <a:ext cx="57960" cy="73440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ftr" idx="58"/>
          </p:nvPr>
        </p:nvSpPr>
        <p:spPr>
          <a:xfrm>
            <a:off x="642960" y="6309360"/>
            <a:ext cx="34178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ffffff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1" name="PlaceHolder 5"/>
          <p:cNvSpPr>
            <a:spLocks noGrp="1"/>
          </p:cNvSpPr>
          <p:nvPr>
            <p:ph type="sldNum" idx="59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6BB01C-C647-4631-9909-A8D4FC45ECDB}" type="slidenum">
              <a:rPr b="1" lang="en-US" sz="1600" spc="105" strike="noStrike" u="none">
                <a:solidFill>
                  <a:srgbClr val="404040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2" name="PlaceHolder 6"/>
          <p:cNvSpPr>
            <a:spLocks noGrp="1"/>
          </p:cNvSpPr>
          <p:nvPr>
            <p:ph type="dt" idx="60"/>
          </p:nvPr>
        </p:nvSpPr>
        <p:spPr>
          <a:xfrm>
            <a:off x="5373720" y="6309360"/>
            <a:ext cx="340596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ttangolo 6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7" name="Rettangolo 20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8" name="Rettangolo 1"/>
          <p:cNvSpPr/>
          <p:nvPr/>
        </p:nvSpPr>
        <p:spPr>
          <a:xfrm>
            <a:off x="0" y="0"/>
            <a:ext cx="1218276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9" name="Rettangolo 19"/>
          <p:cNvSpPr/>
          <p:nvPr/>
        </p:nvSpPr>
        <p:spPr>
          <a:xfrm>
            <a:off x="0" y="3960"/>
            <a:ext cx="12186000" cy="134172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0" name="Rettangolo 4"/>
          <p:cNvSpPr/>
          <p:nvPr/>
        </p:nvSpPr>
        <p:spPr>
          <a:xfrm>
            <a:off x="0" y="1351440"/>
            <a:ext cx="12186000" cy="4743360"/>
          </a:xfrm>
          <a:prstGeom prst="rect">
            <a:avLst/>
          </a:prstGeom>
          <a:solidFill>
            <a:srgbClr val="ffffff">
              <a:alpha val="60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1" name="Rettangolo 5"/>
          <p:cNvSpPr/>
          <p:nvPr/>
        </p:nvSpPr>
        <p:spPr>
          <a:xfrm>
            <a:off x="0" y="6107760"/>
            <a:ext cx="4645080" cy="74412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2" name="Rettangolo 8"/>
          <p:cNvSpPr/>
          <p:nvPr/>
        </p:nvSpPr>
        <p:spPr>
          <a:xfrm>
            <a:off x="1440" y="6101280"/>
            <a:ext cx="1218276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3" name="Rettangolo 12"/>
          <p:cNvSpPr/>
          <p:nvPr/>
        </p:nvSpPr>
        <p:spPr>
          <a:xfrm>
            <a:off x="4633920" y="6117480"/>
            <a:ext cx="57960" cy="73440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ftr" idx="61"/>
          </p:nvPr>
        </p:nvSpPr>
        <p:spPr>
          <a:xfrm>
            <a:off x="642960" y="6309360"/>
            <a:ext cx="34178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ffffff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62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54EE3A-1A8C-40E7-B92D-BE0DBD2F01A3}" type="slidenum">
              <a:rPr b="1" lang="en-US" sz="1600" spc="105" strike="noStrike" u="none">
                <a:solidFill>
                  <a:srgbClr val="404040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7" name="PlaceHolder 4"/>
          <p:cNvSpPr>
            <a:spLocks noGrp="1"/>
          </p:cNvSpPr>
          <p:nvPr>
            <p:ph type="dt" idx="63"/>
          </p:nvPr>
        </p:nvSpPr>
        <p:spPr>
          <a:xfrm>
            <a:off x="5373720" y="6309360"/>
            <a:ext cx="340596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Rettangolo 6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0" name="Rettangolo 20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1" name="Rettangolo 1"/>
          <p:cNvSpPr/>
          <p:nvPr/>
        </p:nvSpPr>
        <p:spPr>
          <a:xfrm>
            <a:off x="0" y="0"/>
            <a:ext cx="1218276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2" name="Rettangolo 19"/>
          <p:cNvSpPr/>
          <p:nvPr/>
        </p:nvSpPr>
        <p:spPr>
          <a:xfrm>
            <a:off x="0" y="3960"/>
            <a:ext cx="12186000" cy="134172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3" name="Rettangolo 4"/>
          <p:cNvSpPr/>
          <p:nvPr/>
        </p:nvSpPr>
        <p:spPr>
          <a:xfrm>
            <a:off x="0" y="1351440"/>
            <a:ext cx="12186000" cy="4743360"/>
          </a:xfrm>
          <a:prstGeom prst="rect">
            <a:avLst/>
          </a:prstGeom>
          <a:solidFill>
            <a:srgbClr val="ffffff">
              <a:alpha val="60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4" name="Rettangolo 5"/>
          <p:cNvSpPr/>
          <p:nvPr/>
        </p:nvSpPr>
        <p:spPr>
          <a:xfrm>
            <a:off x="0" y="6107760"/>
            <a:ext cx="4645080" cy="74412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5" name="Rettangolo 8"/>
          <p:cNvSpPr/>
          <p:nvPr/>
        </p:nvSpPr>
        <p:spPr>
          <a:xfrm>
            <a:off x="1440" y="6101280"/>
            <a:ext cx="1218276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6" name="Rettangolo 12"/>
          <p:cNvSpPr/>
          <p:nvPr/>
        </p:nvSpPr>
        <p:spPr>
          <a:xfrm>
            <a:off x="4633920" y="6117480"/>
            <a:ext cx="57960" cy="73440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7" name="PlaceHolder 1"/>
          <p:cNvSpPr>
            <a:spLocks noGrp="1"/>
          </p:cNvSpPr>
          <p:nvPr>
            <p:ph type="ftr" idx="64"/>
          </p:nvPr>
        </p:nvSpPr>
        <p:spPr>
          <a:xfrm>
            <a:off x="642960" y="6309360"/>
            <a:ext cx="34178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ffffff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sldNum" idx="65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4E465AA-8418-4146-918C-5FFF06A5F2DA}" type="slidenum">
              <a:rPr b="1" lang="en-US" sz="1600" spc="105" strike="noStrike" u="none">
                <a:solidFill>
                  <a:srgbClr val="404040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dt" idx="66"/>
          </p:nvPr>
        </p:nvSpPr>
        <p:spPr>
          <a:xfrm>
            <a:off x="5373720" y="6309360"/>
            <a:ext cx="340596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Rettangolo 6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1" name="Rettangolo 20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2" name="Rettangolo 1"/>
          <p:cNvSpPr/>
          <p:nvPr/>
        </p:nvSpPr>
        <p:spPr>
          <a:xfrm>
            <a:off x="0" y="0"/>
            <a:ext cx="1218276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3" name="Rettangolo 19"/>
          <p:cNvSpPr/>
          <p:nvPr/>
        </p:nvSpPr>
        <p:spPr>
          <a:xfrm>
            <a:off x="0" y="3960"/>
            <a:ext cx="12186000" cy="134172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4" name="Rettangolo 4"/>
          <p:cNvSpPr/>
          <p:nvPr/>
        </p:nvSpPr>
        <p:spPr>
          <a:xfrm>
            <a:off x="0" y="1351440"/>
            <a:ext cx="12186000" cy="4743360"/>
          </a:xfrm>
          <a:prstGeom prst="rect">
            <a:avLst/>
          </a:prstGeom>
          <a:solidFill>
            <a:srgbClr val="ffffff">
              <a:alpha val="60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5" name="Rettangolo 5"/>
          <p:cNvSpPr/>
          <p:nvPr/>
        </p:nvSpPr>
        <p:spPr>
          <a:xfrm>
            <a:off x="0" y="6107760"/>
            <a:ext cx="4645080" cy="74412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6" name="Rettangolo 8"/>
          <p:cNvSpPr/>
          <p:nvPr/>
        </p:nvSpPr>
        <p:spPr>
          <a:xfrm>
            <a:off x="1440" y="6101280"/>
            <a:ext cx="1218276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7" name="Rettangolo 12"/>
          <p:cNvSpPr/>
          <p:nvPr/>
        </p:nvSpPr>
        <p:spPr>
          <a:xfrm>
            <a:off x="4633920" y="6117480"/>
            <a:ext cx="57960" cy="73440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2" name="PlaceHolder 5"/>
          <p:cNvSpPr>
            <a:spLocks noGrp="1"/>
          </p:cNvSpPr>
          <p:nvPr>
            <p:ph type="ftr" idx="67"/>
          </p:nvPr>
        </p:nvSpPr>
        <p:spPr>
          <a:xfrm>
            <a:off x="642960" y="6309360"/>
            <a:ext cx="34178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ffffff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3" name="PlaceHolder 6"/>
          <p:cNvSpPr>
            <a:spLocks noGrp="1"/>
          </p:cNvSpPr>
          <p:nvPr>
            <p:ph type="sldNum" idx="68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E7F02B0-A87C-4ED7-AFEC-DB1395DE30A9}" type="slidenum">
              <a:rPr b="1" lang="en-US" sz="1600" spc="105" strike="noStrike" u="none">
                <a:solidFill>
                  <a:srgbClr val="404040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4" name="PlaceHolder 7"/>
          <p:cNvSpPr>
            <a:spLocks noGrp="1"/>
          </p:cNvSpPr>
          <p:nvPr>
            <p:ph type="dt" idx="69"/>
          </p:nvPr>
        </p:nvSpPr>
        <p:spPr>
          <a:xfrm>
            <a:off x="5373720" y="6309360"/>
            <a:ext cx="340596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Rettangolo 6"/>
          <p:cNvSpPr/>
          <p:nvPr/>
        </p:nvSpPr>
        <p:spPr>
          <a:xfrm>
            <a:off x="4718160" y="0"/>
            <a:ext cx="746748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0" name="Rettangolo 20"/>
          <p:cNvSpPr/>
          <p:nvPr/>
        </p:nvSpPr>
        <p:spPr>
          <a:xfrm rot="5400000">
            <a:off x="1257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1" name="Rettangolo 1"/>
          <p:cNvSpPr/>
          <p:nvPr/>
        </p:nvSpPr>
        <p:spPr>
          <a:xfrm>
            <a:off x="0" y="0"/>
            <a:ext cx="1218276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2" name="Rettangolo 19"/>
          <p:cNvSpPr/>
          <p:nvPr/>
        </p:nvSpPr>
        <p:spPr>
          <a:xfrm>
            <a:off x="0" y="3960"/>
            <a:ext cx="12186000" cy="134172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3" name="Rettangolo 4"/>
          <p:cNvSpPr/>
          <p:nvPr/>
        </p:nvSpPr>
        <p:spPr>
          <a:xfrm>
            <a:off x="0" y="1351440"/>
            <a:ext cx="12186000" cy="4743360"/>
          </a:xfrm>
          <a:prstGeom prst="rect">
            <a:avLst/>
          </a:prstGeom>
          <a:solidFill>
            <a:srgbClr val="ffffff">
              <a:alpha val="60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4" name="Rettangolo 5"/>
          <p:cNvSpPr/>
          <p:nvPr/>
        </p:nvSpPr>
        <p:spPr>
          <a:xfrm>
            <a:off x="0" y="6107760"/>
            <a:ext cx="4645080" cy="74412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5" name="Rettangolo 8"/>
          <p:cNvSpPr/>
          <p:nvPr/>
        </p:nvSpPr>
        <p:spPr>
          <a:xfrm>
            <a:off x="1440" y="6101280"/>
            <a:ext cx="1218276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6" name="Rettangolo 12"/>
          <p:cNvSpPr/>
          <p:nvPr/>
        </p:nvSpPr>
        <p:spPr>
          <a:xfrm>
            <a:off x="4633920" y="6117480"/>
            <a:ext cx="57960" cy="73440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1" name="PlaceHolder 5"/>
          <p:cNvSpPr>
            <a:spLocks noGrp="1"/>
          </p:cNvSpPr>
          <p:nvPr>
            <p:ph type="ftr" idx="70"/>
          </p:nvPr>
        </p:nvSpPr>
        <p:spPr>
          <a:xfrm>
            <a:off x="642960" y="6309360"/>
            <a:ext cx="341784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n-GB" sz="12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GB" sz="1200" spc="105" strike="noStrike" u="none">
                <a:solidFill>
                  <a:srgbClr val="ffffff"/>
                </a:solidFill>
                <a:uFillTx/>
                <a:latin typeface="Meiryo"/>
              </a:rPr>
              <a:t>&lt;footer&gt;</a:t>
            </a:r>
            <a:endParaRPr b="0" lang="it-IT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2" name="PlaceHolder 6"/>
          <p:cNvSpPr>
            <a:spLocks noGrp="1"/>
          </p:cNvSpPr>
          <p:nvPr>
            <p:ph type="sldNum" idx="71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0936895-21F3-4AA5-A865-8E090C5A429D}" type="slidenum">
              <a:rPr b="1" lang="en-US" sz="1600" spc="105" strike="noStrike" u="none">
                <a:solidFill>
                  <a:srgbClr val="404040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3" name="PlaceHolder 7"/>
          <p:cNvSpPr>
            <a:spLocks noGrp="1"/>
          </p:cNvSpPr>
          <p:nvPr>
            <p:ph type="dt" idx="72"/>
          </p:nvPr>
        </p:nvSpPr>
        <p:spPr>
          <a:xfrm>
            <a:off x="5373720" y="6309360"/>
            <a:ext cx="340596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Rectangle 34"/>
          <p:cNvSpPr/>
          <p:nvPr/>
        </p:nvSpPr>
        <p:spPr>
          <a:xfrm>
            <a:off x="7573680" y="0"/>
            <a:ext cx="4611960" cy="685188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9" name="Freeform 57"/>
          <p:cNvSpPr/>
          <p:nvPr/>
        </p:nvSpPr>
        <p:spPr>
          <a:xfrm>
            <a:off x="4456080" y="3168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0" name="Rectangle 38"/>
          <p:cNvSpPr/>
          <p:nvPr/>
        </p:nvSpPr>
        <p:spPr>
          <a:xfrm rot="5400000">
            <a:off x="4101120" y="3396960"/>
            <a:ext cx="685188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1" name="Rectangle 40"/>
          <p:cNvSpPr/>
          <p:nvPr/>
        </p:nvSpPr>
        <p:spPr>
          <a:xfrm flipH="1">
            <a:off x="-180720" y="-540000"/>
            <a:ext cx="12186000" cy="6851880"/>
          </a:xfrm>
          <a:prstGeom prst="rect">
            <a:avLst/>
          </a:prstGeom>
          <a:solidFill>
            <a:srgbClr val="ebedeb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2" name="Rectangle 42"/>
          <p:cNvSpPr/>
          <p:nvPr/>
        </p:nvSpPr>
        <p:spPr>
          <a:xfrm flipH="1">
            <a:off x="-6480" y="0"/>
            <a:ext cx="4420080" cy="1797840"/>
          </a:xfrm>
          <a:prstGeom prst="rect">
            <a:avLst/>
          </a:prstGeom>
          <a:solidFill>
            <a:srgbClr val="97a7b8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13" name="Immagine 3" descr="Immagine che contiene schermata, Elementi grafici, design&#10;&#10;Descrizione generata automaticamente"/>
          <p:cNvPicPr/>
          <p:nvPr/>
        </p:nvPicPr>
        <p:blipFill>
          <a:blip r:embed="rId1"/>
          <a:srcRect l="0" t="2428" r="0" b="0"/>
          <a:stretch/>
        </p:blipFill>
        <p:spPr>
          <a:xfrm>
            <a:off x="0" y="1803960"/>
            <a:ext cx="4451760" cy="4343760"/>
          </a:xfrm>
          <a:prstGeom prst="rect">
            <a:avLst/>
          </a:prstGeom>
          <a:ln w="0">
            <a:noFill/>
          </a:ln>
        </p:spPr>
      </p:pic>
      <p:sp>
        <p:nvSpPr>
          <p:cNvPr id="414" name="Rectangle 44"/>
          <p:cNvSpPr/>
          <p:nvPr/>
        </p:nvSpPr>
        <p:spPr>
          <a:xfrm flipH="1">
            <a:off x="4451760" y="1260000"/>
            <a:ext cx="7759800" cy="442152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4881960" y="2146680"/>
            <a:ext cx="6660720" cy="265212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rmAutofit/>
          </a:bodyPr>
          <a:p>
            <a:pPr indent="0">
              <a:lnSpc>
                <a:spcPct val="115000"/>
              </a:lnSpc>
              <a:buNone/>
            </a:pPr>
            <a:r>
              <a:rPr b="0" lang="en-US" sz="3200" spc="105" strike="noStrike" u="none" cap="all">
                <a:solidFill>
                  <a:srgbClr val="404040"/>
                </a:solidFill>
                <a:uFillTx/>
                <a:latin typeface="Meiryo"/>
              </a:rPr>
              <a:t>DigitalTechne TECHNICAL ASSESSMENT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uFillTx/>
                <a:latin typeface="Meiryo"/>
              </a:rPr>
              <a:t>November</a:t>
            </a:r>
            <a:r>
              <a:rPr b="0" lang="en-US" sz="3200" spc="105" strike="noStrike" u="none" cap="all">
                <a:solidFill>
                  <a:srgbClr val="404040"/>
                </a:solidFill>
                <a:uFillTx/>
                <a:latin typeface="Meiryo"/>
              </a:rPr>
              <a:t> 21, 2024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6" name="Rectangle 46"/>
          <p:cNvSpPr/>
          <p:nvPr/>
        </p:nvSpPr>
        <p:spPr>
          <a:xfrm>
            <a:off x="1440" y="1753920"/>
            <a:ext cx="1218276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7" name="Rectangle 48"/>
          <p:cNvSpPr/>
          <p:nvPr/>
        </p:nvSpPr>
        <p:spPr>
          <a:xfrm flipH="1">
            <a:off x="-9360" y="6167520"/>
            <a:ext cx="12186000" cy="684360"/>
          </a:xfrm>
          <a:prstGeom prst="rect">
            <a:avLst/>
          </a:prstGeom>
          <a:solidFill>
            <a:srgbClr val="ffffff">
              <a:alpha val="75000"/>
            </a:srgb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8" name="Rectangle 50"/>
          <p:cNvSpPr/>
          <p:nvPr/>
        </p:nvSpPr>
        <p:spPr>
          <a:xfrm>
            <a:off x="1440" y="6109560"/>
            <a:ext cx="12182760" cy="5796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9" name="Rectangle 52"/>
          <p:cNvSpPr/>
          <p:nvPr/>
        </p:nvSpPr>
        <p:spPr>
          <a:xfrm>
            <a:off x="4394160" y="0"/>
            <a:ext cx="57960" cy="6851880"/>
          </a:xfrm>
          <a:prstGeom prst="rect">
            <a:avLst/>
          </a:prstGeom>
          <a:solidFill>
            <a:srgbClr val="59546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sldNum" idx="73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ffffff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1721767-E140-4635-A8D5-8F5510878BE7}" type="slidenum">
              <a:rPr b="1" lang="en-US" sz="1600" spc="105" strike="noStrike" u="none">
                <a:solidFill>
                  <a:srgbClr val="ffffff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322560" y="180720"/>
            <a:ext cx="11594160" cy="92952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p>
            <a:pPr indent="0">
              <a:lnSpc>
                <a:spcPct val="150000"/>
              </a:lnSpc>
              <a:buNone/>
            </a:pPr>
            <a:r>
              <a:rPr b="1" lang="it-IT" sz="3600" spc="105" strike="noStrike" u="none">
                <a:solidFill>
                  <a:srgbClr val="ffffff"/>
                </a:solidFill>
                <a:uFillTx/>
                <a:latin typeface="Meiryo"/>
              </a:rPr>
              <a:t>Achievements so far</a:t>
            </a:r>
            <a:endParaRPr b="0" lang="it-IT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 type="sldNum" idx="74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F68ECC-A2D6-4266-AF8D-2FB8F1BB5E06}" type="slidenum">
              <a:rPr b="1" lang="en-US" sz="1600" spc="105" strike="noStrike" u="none">
                <a:solidFill>
                  <a:srgbClr val="404040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3" name="CasellaDiTesto 10"/>
          <p:cNvSpPr/>
          <p:nvPr/>
        </p:nvSpPr>
        <p:spPr>
          <a:xfrm>
            <a:off x="505800" y="1620000"/>
            <a:ext cx="11014200" cy="14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74320" indent="-228600" algn="just">
              <a:lnSpc>
                <a:spcPct val="90000"/>
              </a:lnSpc>
              <a:spcBef>
                <a:spcPts val="451"/>
              </a:spcBef>
              <a:tabLst>
                <a:tab algn="l" pos="0"/>
              </a:tabLst>
            </a:pPr>
            <a:endParaRPr b="0" lang="it-IT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28600" algn="just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Meiryo"/>
                <a:ea typeface="DejaVu Sans"/>
              </a:rPr>
              <a:t>Moving from  MVP to Production Ready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28600" algn="just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Meiryo"/>
                <a:ea typeface="DejaVu Sans"/>
              </a:rPr>
              <a:t>New Features Introduction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02920" indent="-228600" algn="just">
              <a:lnSpc>
                <a:spcPct val="90000"/>
              </a:lnSpc>
              <a:spcBef>
                <a:spcPts val="451"/>
              </a:spcBef>
              <a:tabLst>
                <a:tab algn="l" pos="0"/>
              </a:tabLst>
            </a:pP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322560" y="180720"/>
            <a:ext cx="11594160" cy="92952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p>
            <a:pPr indent="0">
              <a:lnSpc>
                <a:spcPct val="150000"/>
              </a:lnSpc>
              <a:buNone/>
            </a:pPr>
            <a:r>
              <a:rPr b="1" lang="it-IT" sz="3600" spc="105" strike="noStrike" u="none">
                <a:solidFill>
                  <a:srgbClr val="ffffff"/>
                </a:solidFill>
                <a:uFillTx/>
                <a:latin typeface="Meiryo"/>
              </a:rPr>
              <a:t>MVP → Production Ready</a:t>
            </a:r>
            <a:endParaRPr b="0" lang="it-IT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sldNum" idx="75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F0A922B-E146-4D76-8AC3-0C9EC7643410}" type="slidenum">
              <a:rPr b="1" lang="en-US" sz="1600" spc="105" strike="noStrike" u="none">
                <a:solidFill>
                  <a:srgbClr val="404040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6" name="CasellaDiTesto 3"/>
          <p:cNvSpPr/>
          <p:nvPr/>
        </p:nvSpPr>
        <p:spPr>
          <a:xfrm>
            <a:off x="505800" y="1572480"/>
            <a:ext cx="11014200" cy="29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74320" indent="-228600" algn="just">
              <a:lnSpc>
                <a:spcPct val="90000"/>
              </a:lnSpc>
              <a:spcBef>
                <a:spcPts val="451"/>
              </a:spcBef>
              <a:tabLst>
                <a:tab algn="l" pos="0"/>
              </a:tabLst>
            </a:pPr>
            <a:endParaRPr b="0" lang="it-IT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28600" algn="just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Meiryo"/>
                <a:ea typeface="DejaVu Sans"/>
              </a:rPr>
              <a:t>Same code base for multiple apps, refactoring of React components and Rust routines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28600" algn="just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Meiryo"/>
                <a:ea typeface="DejaVu Sans"/>
              </a:rPr>
              <a:t>Easy handling of new languages (</a:t>
            </a:r>
            <a:r>
              <a:rPr b="0" lang="it-IT" sz="2400" strike="noStrike" u="none">
                <a:solidFill>
                  <a:srgbClr val="000000"/>
                </a:solidFill>
                <a:uFillTx/>
                <a:latin typeface="Meiryo"/>
                <a:ea typeface="DejaVu Sans"/>
              </a:rPr>
              <a:t>automatic translation for Help on Line, manuals, prompts, Pull Down Menus) 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28600" algn="just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Meiryo"/>
                <a:ea typeface="DejaVu Sans"/>
              </a:rPr>
              <a:t>Documentation (Rust doc and JSDoc)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28600" algn="just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Meiryo"/>
                <a:ea typeface="DejaVu Sans"/>
              </a:rPr>
              <a:t>Coding standards (Biome for React, rust fmt for backend code)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28600" algn="just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Meiryo"/>
                <a:ea typeface="DejaVu Sans"/>
              </a:rPr>
              <a:t>Automated Back End Test Suite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trike="noStrike" u="none">
                <a:solidFill>
                  <a:srgbClr val="000000"/>
                </a:solidFill>
                <a:uFillTx/>
                <a:latin typeface="Arial"/>
              </a:rPr>
              <a:t>BE and FE Documentation</a:t>
            </a: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29" name="" descr=""/>
          <p:cNvPicPr/>
          <p:nvPr/>
        </p:nvPicPr>
        <p:blipFill>
          <a:blip r:embed="rId1"/>
          <a:stretch/>
        </p:blipFill>
        <p:spPr>
          <a:xfrm>
            <a:off x="1217160" y="1604520"/>
            <a:ext cx="4362840" cy="4515480"/>
          </a:xfrm>
          <a:prstGeom prst="rect">
            <a:avLst/>
          </a:prstGeom>
          <a:ln w="0">
            <a:noFill/>
          </a:ln>
        </p:spPr>
      </p:pic>
      <p:pic>
        <p:nvPicPr>
          <p:cNvPr id="430" name="" descr=""/>
          <p:cNvPicPr/>
          <p:nvPr/>
        </p:nvPicPr>
        <p:blipFill>
          <a:blip r:embed="rId2"/>
          <a:stretch/>
        </p:blipFill>
        <p:spPr>
          <a:xfrm>
            <a:off x="5580000" y="1604520"/>
            <a:ext cx="3918240" cy="451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322560" y="180720"/>
            <a:ext cx="11594160" cy="92952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p>
            <a:pPr indent="0">
              <a:lnSpc>
                <a:spcPct val="150000"/>
              </a:lnSpc>
              <a:buNone/>
            </a:pPr>
            <a:r>
              <a:rPr b="1" lang="it-IT" sz="3600" spc="105" strike="noStrike" u="none">
                <a:solidFill>
                  <a:srgbClr val="ffffff"/>
                </a:solidFill>
                <a:uFillTx/>
                <a:latin typeface="Meiryo"/>
              </a:rPr>
              <a:t>New Features</a:t>
            </a:r>
            <a:endParaRPr b="0" lang="it-IT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 type="sldNum" idx="76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1E9B1C-8EC3-4B9B-BD1F-A61902DDC758}" type="slidenum">
              <a:rPr b="1" lang="en-US" sz="1600" spc="105" strike="noStrike" u="none">
                <a:solidFill>
                  <a:srgbClr val="404040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3" name="CasellaDiTesto 1"/>
          <p:cNvSpPr/>
          <p:nvPr/>
        </p:nvSpPr>
        <p:spPr>
          <a:xfrm>
            <a:off x="505800" y="1572480"/>
            <a:ext cx="11014200" cy="253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74320" indent="-228600" algn="just">
              <a:lnSpc>
                <a:spcPct val="90000"/>
              </a:lnSpc>
              <a:spcBef>
                <a:spcPts val="451"/>
              </a:spcBef>
              <a:tabLst>
                <a:tab algn="l" pos="0"/>
              </a:tabLst>
            </a:pPr>
            <a:endParaRPr b="0" lang="it-IT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28600" algn="just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Meiryo"/>
                <a:ea typeface="DejaVu Sans"/>
              </a:rPr>
              <a:t>Activity Tracking (every change is recorded in a user readable format)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28600" algn="just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Meiryo"/>
                <a:ea typeface="DejaVu Sans"/>
              </a:rPr>
              <a:t>Multiple Marks on a single opera (when using artificial DNA,</a:t>
            </a:r>
            <a:r>
              <a:rPr b="0" lang="it-IT" sz="2400" strike="noStrike" u="none">
                <a:solidFill>
                  <a:srgbClr val="000000"/>
                </a:solidFill>
                <a:uFillTx/>
                <a:latin typeface="Meiryo"/>
                <a:ea typeface="DejaVu Sans"/>
              </a:rPr>
              <a:t> mark is not unique)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28600" algn="just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Meiryo"/>
                <a:ea typeface="DejaVu Sans"/>
              </a:rPr>
              <a:t>Role Based Access Control: Fine grain capabilities for each principal 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28600" algn="just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Meiryo"/>
                <a:ea typeface="DejaVu Sans"/>
              </a:rPr>
              <a:t>Batch Inserts for metadata (XLSX files and document directories)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02920" indent="-228600" algn="just">
              <a:lnSpc>
                <a:spcPct val="90000"/>
              </a:lnSpc>
              <a:spcBef>
                <a:spcPts val="451"/>
              </a:spcBef>
              <a:tabLst>
                <a:tab algn="l" pos="0"/>
              </a:tabLst>
            </a:pP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322560" y="180720"/>
            <a:ext cx="11594160" cy="92952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ctr">
            <a:noAutofit/>
          </a:bodyPr>
          <a:p>
            <a:pPr indent="0">
              <a:lnSpc>
                <a:spcPct val="150000"/>
              </a:lnSpc>
              <a:buNone/>
            </a:pPr>
            <a:r>
              <a:rPr b="1" lang="it-IT" sz="3600" spc="105" strike="noStrike" u="none">
                <a:solidFill>
                  <a:srgbClr val="ffffff"/>
                </a:solidFill>
                <a:uFillTx/>
                <a:latin typeface="Meiryo"/>
              </a:rPr>
              <a:t>MVP Architecure</a:t>
            </a:r>
            <a:endParaRPr b="0" lang="it-IT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 type="sldNum" idx="77"/>
          </p:nvPr>
        </p:nvSpPr>
        <p:spPr>
          <a:xfrm>
            <a:off x="10569240" y="6309360"/>
            <a:ext cx="973800" cy="45108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109800" bIns="91440" anchor="b">
            <a:noAutofit/>
          </a:bodyPr>
          <a:lstStyle>
            <a:lvl1pPr indent="0" algn="r">
              <a:lnSpc>
                <a:spcPct val="100000"/>
              </a:lnSpc>
              <a:buNone/>
              <a:defRPr b="1" lang="en-US" sz="1600" spc="105" strike="noStrike" u="none">
                <a:solidFill>
                  <a:srgbClr val="404040"/>
                </a:solidFill>
                <a:uFillTx/>
                <a:latin typeface="Meiry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7BC19B-7144-440C-BE6B-E5239C80740B}" type="slidenum">
              <a:rPr b="1" lang="en-US" sz="1600" spc="105" strike="noStrike" u="none">
                <a:solidFill>
                  <a:srgbClr val="404040"/>
                </a:solidFill>
                <a:uFillTx/>
                <a:latin typeface="Meiryo"/>
              </a:rPr>
              <a:t>&lt;number&gt;</a:t>
            </a:fld>
            <a:endParaRPr b="0" lang="it-IT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6" name="CasellaDiTesto 2"/>
          <p:cNvSpPr/>
          <p:nvPr/>
        </p:nvSpPr>
        <p:spPr>
          <a:xfrm>
            <a:off x="528840" y="1441080"/>
            <a:ext cx="11014200" cy="7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74320" indent="-228600" algn="just">
              <a:lnSpc>
                <a:spcPct val="90000"/>
              </a:lnSpc>
              <a:spcBef>
                <a:spcPts val="451"/>
              </a:spcBef>
              <a:tabLst>
                <a:tab algn="l" pos="0"/>
              </a:tabLst>
            </a:pPr>
            <a:endParaRPr b="0" lang="it-IT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02920" indent="-228600" algn="just">
              <a:lnSpc>
                <a:spcPct val="90000"/>
              </a:lnSpc>
              <a:spcBef>
                <a:spcPts val="451"/>
              </a:spcBef>
              <a:tabLst>
                <a:tab algn="l" pos="0"/>
              </a:tabLst>
            </a:pP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37" name="" descr=""/>
          <p:cNvPicPr/>
          <p:nvPr/>
        </p:nvPicPr>
        <p:blipFill>
          <a:blip r:embed="rId1"/>
          <a:stretch/>
        </p:blipFill>
        <p:spPr>
          <a:xfrm>
            <a:off x="5490000" y="343080"/>
            <a:ext cx="6700680" cy="6855480"/>
          </a:xfrm>
          <a:prstGeom prst="rect">
            <a:avLst/>
          </a:prstGeom>
          <a:ln w="0">
            <a:noFill/>
          </a:ln>
        </p:spPr>
      </p:pic>
      <p:sp>
        <p:nvSpPr>
          <p:cNvPr id="438" name=""/>
          <p:cNvSpPr/>
          <p:nvPr/>
        </p:nvSpPr>
        <p:spPr>
          <a:xfrm>
            <a:off x="384840" y="5220000"/>
            <a:ext cx="4653720" cy="6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MVP in mainnet: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https://way7l-iqaaa-aaaan-qmfoa-cai.icp0.io/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3244</TotalTime>
  <Application>LibreOffice/24.8.2.1$MacOSX_AARCH64 LibreOffice_project/0f794b6e29741098670a3b95d60478a65d05ef13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2021-01-27T10:29:50Z</dcterms:created>
  <dc:creator/>
  <dc:description/>
  <dc:language>it-IT</dc:language>
  <cp:lastModifiedBy>roberto pirrone</cp:lastModifiedBy>
  <dcterms:modified xsi:type="dcterms:W3CDTF">2024-11-17T18:59:07Z</dcterms:modified>
  <cp:revision>57</cp:revision>
  <dc:subject/>
  <dc:title>Presentazione aziendale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r8>3</vt:r8>
  </property>
  <property fmtid="{D5CDD505-2E9C-101B-9397-08002B2CF9AE}" pid="4" name="PresentationFormat">
    <vt:lpwstr>Widescreen</vt:lpwstr>
  </property>
  <property fmtid="{D5CDD505-2E9C-101B-9397-08002B2CF9AE}" pid="5" name="Slides">
    <vt:r8>11</vt:r8>
  </property>
</Properties>
</file>